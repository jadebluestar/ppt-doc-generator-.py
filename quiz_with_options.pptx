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company developed the first commercially available quantum computer?</a:t>
            </a:r>
          </a:p>
          <a:p>
            <a:r>
              <a:t>A) IBM</a:t>
            </a:r>
          </a:p>
          <a:p>
            <a:r>
              <a:t>B) Google</a:t>
            </a:r>
          </a:p>
          <a:p>
            <a:r>
              <a:t>C) D-Wave</a:t>
            </a:r>
          </a:p>
          <a:p>
            <a:r>
              <a:t>D) 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semiconductor mission targets chip production by which year?</a:t>
            </a:r>
          </a:p>
          <a:p>
            <a:r>
              <a:t>A) 2025</a:t>
            </a:r>
          </a:p>
          <a:p>
            <a:r>
              <a:t>B) 2026</a:t>
            </a:r>
          </a:p>
          <a:p>
            <a:r>
              <a:t>C) 2027</a:t>
            </a:r>
          </a:p>
          <a:p>
            <a:r>
              <a:t>D) 2028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"Jevons Paradox" in engineering states that:</a:t>
            </a:r>
          </a:p>
          <a:p>
            <a:r>
              <a:t>A) Efficiency improvements increase consumption</a:t>
            </a:r>
          </a:p>
          <a:p>
            <a:r>
              <a:t>B) More engineers reduce innovation</a:t>
            </a:r>
          </a:p>
          <a:p>
            <a:r>
              <a:t>C) Complexity always fails</a:t>
            </a:r>
          </a:p>
          <a:p>
            <a:r>
              <a:t>D) Simpler is always better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OpenAI's GPT-4 has approximately how many parameters?</a:t>
            </a:r>
          </a:p>
          <a:p>
            <a:r>
              <a:t>A) 175 billion</a:t>
            </a:r>
          </a:p>
          <a:p>
            <a:r>
              <a:t>B) 500 billion</a:t>
            </a:r>
          </a:p>
          <a:p>
            <a:r>
              <a:t>C) 1 trillion</a:t>
            </a:r>
          </a:p>
          <a:p>
            <a:r>
              <a:t>D) Not publicly disclosed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thermodynamics, which is FALSE about entropy?</a:t>
            </a:r>
          </a:p>
          <a:p>
            <a:r>
              <a:t>A) Always increases in isolated systems</a:t>
            </a:r>
          </a:p>
          <a:p>
            <a:r>
              <a:t>B) Can decrease locally</a:t>
            </a:r>
          </a:p>
          <a:p>
            <a:r>
              <a:t>C) Is reversible in all processes</a:t>
            </a:r>
          </a:p>
          <a:p>
            <a:r>
              <a:t>D) Measures disorder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Tesla's "Full Self Driving" is actually:</a:t>
            </a:r>
          </a:p>
          <a:p>
            <a:r>
              <a:t>A) Level 5 autonomy</a:t>
            </a:r>
          </a:p>
          <a:p>
            <a:r>
              <a:t>B) Level 4 autonomy</a:t>
            </a:r>
          </a:p>
          <a:p>
            <a:r>
              <a:t>C) Level 3 autonomy</a:t>
            </a:r>
          </a:p>
          <a:p>
            <a:r>
              <a:t>D) Level 2 autonomy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UPI processes approximately how many transactions monthly (2024)?</a:t>
            </a:r>
          </a:p>
          <a:p>
            <a:r>
              <a:t>A) 5 billion</a:t>
            </a:r>
          </a:p>
          <a:p>
            <a:r>
              <a:t>B) 10 billion</a:t>
            </a:r>
          </a:p>
          <a:p>
            <a:r>
              <a:t>C) 15 billion</a:t>
            </a:r>
          </a:p>
          <a:p>
            <a:r>
              <a:t>D) 20 billion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material has NEGATIVE Poisson's ratio?</a:t>
            </a:r>
          </a:p>
          <a:p>
            <a:r>
              <a:t>A) Steel</a:t>
            </a:r>
          </a:p>
          <a:p>
            <a:r>
              <a:t>B) Rubber</a:t>
            </a:r>
          </a:p>
          <a:p>
            <a:r>
              <a:t>C) Auxetic materials</a:t>
            </a:r>
          </a:p>
          <a:p>
            <a:r>
              <a:t>D) Copper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ChatGPT was released to public in which month/year?</a:t>
            </a:r>
          </a:p>
          <a:p>
            <a:r>
              <a:t>A) Nov 2022</a:t>
            </a:r>
          </a:p>
          <a:p>
            <a:r>
              <a:t>B) Dec 2022</a:t>
            </a:r>
          </a:p>
          <a:p>
            <a:r>
              <a:t>C) Jan 2023</a:t>
            </a:r>
          </a:p>
          <a:p>
            <a:r>
              <a:t>D) March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"cold welding" phenomenon occurs in:</a:t>
            </a:r>
          </a:p>
          <a:p>
            <a:r>
              <a:t>A) Deep ocean</a:t>
            </a:r>
          </a:p>
          <a:p>
            <a:r>
              <a:t>B) Antarctica</a:t>
            </a:r>
          </a:p>
          <a:p>
            <a:r>
              <a:t>C) Outer space</a:t>
            </a:r>
          </a:p>
          <a:p>
            <a:r>
              <a:t>D) Superconductors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country banned TikTok nationwide in 2024?</a:t>
            </a:r>
          </a:p>
          <a:p>
            <a:r>
              <a:t>A) USA</a:t>
            </a:r>
          </a:p>
          <a:p>
            <a:r>
              <a:t>B) India</a:t>
            </a:r>
          </a:p>
          <a:p>
            <a:r>
              <a:t>C) Australia</a:t>
            </a:r>
          </a:p>
          <a:p>
            <a:r>
              <a:t>D) Canada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Gaganyaan mission aims to send how many astronauts initially?</a:t>
            </a:r>
          </a:p>
          <a:p>
            <a:r>
              <a:t>A) 1</a:t>
            </a:r>
          </a:p>
          <a:p>
            <a:r>
              <a:t>B) 2</a:t>
            </a:r>
          </a:p>
          <a:p>
            <a:r>
              <a:t>C) 3</a:t>
            </a:r>
          </a:p>
          <a:p>
            <a:r>
              <a:t>D)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aerodynamics, "coffin corner" refers to:</a:t>
            </a:r>
          </a:p>
          <a:p>
            <a:r>
              <a:t>A) Crash zone</a:t>
            </a:r>
          </a:p>
          <a:p>
            <a:r>
              <a:t>B) Where stall speed meets maximum speed</a:t>
            </a:r>
          </a:p>
          <a:p>
            <a:r>
              <a:t>C) Landing difficulty</a:t>
            </a:r>
          </a:p>
          <a:p>
            <a:r>
              <a:t>D) Engine failure zone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"halting problem" in computer science is:</a:t>
            </a:r>
          </a:p>
          <a:p>
            <a:r>
              <a:t>A) Solvable</a:t>
            </a:r>
          </a:p>
          <a:p>
            <a:r>
              <a:t>B) Unsolvable</a:t>
            </a:r>
          </a:p>
          <a:p>
            <a:r>
              <a:t>C) Partially solvable</a:t>
            </a:r>
          </a:p>
          <a:p>
            <a:r>
              <a:t>D) Only solvable with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SpaceX's Starship uses which fuel combination?</a:t>
            </a:r>
          </a:p>
          <a:p>
            <a:r>
              <a:t>A) RP-1/LOX</a:t>
            </a:r>
          </a:p>
          <a:p>
            <a:r>
              <a:t>B) Hydrogen/LOX</a:t>
            </a:r>
          </a:p>
          <a:p>
            <a:r>
              <a:t>C) Methane/LOX</a:t>
            </a:r>
          </a:p>
          <a:p>
            <a:r>
              <a:t>D) Hypergolic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first 5G testbed was established in which city?</a:t>
            </a:r>
          </a:p>
          <a:p>
            <a:r>
              <a:t>A) Bangalore</a:t>
            </a:r>
          </a:p>
          <a:p>
            <a:r>
              <a:t>B) Hyderabad</a:t>
            </a:r>
          </a:p>
          <a:p>
            <a:r>
              <a:t>C) Multiple IITs</a:t>
            </a:r>
          </a:p>
          <a:p>
            <a:r>
              <a:t>D) Delhi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"observer effect" in quantum mechanics means:</a:t>
            </a:r>
          </a:p>
          <a:p>
            <a:r>
              <a:t>A) Watching changes outcome</a:t>
            </a:r>
          </a:p>
          <a:p>
            <a:r>
              <a:t>B) Measurement affects state</a:t>
            </a:r>
          </a:p>
          <a:p>
            <a:r>
              <a:t>C) Observers create reality</a:t>
            </a:r>
          </a:p>
          <a:p>
            <a:r>
              <a:t>D) Nothing changes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Apple's M-series chips are based on which architecture?</a:t>
            </a:r>
          </a:p>
          <a:p>
            <a:r>
              <a:t>A) x86</a:t>
            </a:r>
          </a:p>
          <a:p>
            <a:r>
              <a:t>B) ARM</a:t>
            </a:r>
          </a:p>
          <a:p>
            <a:r>
              <a:t>C) RISC-V</a:t>
            </a:r>
          </a:p>
          <a:p>
            <a:r>
              <a:t>D) MIPS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"critical angle" in fiber optics causes:</a:t>
            </a:r>
          </a:p>
          <a:p>
            <a:r>
              <a:t>A) Light absorption</a:t>
            </a:r>
          </a:p>
          <a:p>
            <a:r>
              <a:t>B) Total internal reflection</a:t>
            </a:r>
          </a:p>
          <a:p>
            <a:r>
              <a:t>C) Refraction</a:t>
            </a:r>
          </a:p>
          <a:p>
            <a:r>
              <a:t>D) Diffraction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National Quantum Mission budget is approximately:</a:t>
            </a:r>
          </a:p>
          <a:p>
            <a:r>
              <a:t>A) ₹3,000 crores</a:t>
            </a:r>
          </a:p>
          <a:p>
            <a:r>
              <a:t>B) ₹6,000 crores</a:t>
            </a:r>
          </a:p>
          <a:p>
            <a:r>
              <a:t>C) ₹9,000 crores</a:t>
            </a:r>
          </a:p>
          <a:p>
            <a:r>
              <a:t>D) ₹12,000 crores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"impossible" EM Drive claimed to produce thrust without propellant. Current scientific consensus?</a:t>
            </a:r>
          </a:p>
          <a:p>
            <a:r>
              <a:t>A) It works</a:t>
            </a:r>
          </a:p>
          <a:p>
            <a:r>
              <a:t>B) Measurement error</a:t>
            </a:r>
          </a:p>
          <a:p>
            <a:r>
              <a:t>C) Classified technology</a:t>
            </a:r>
          </a:p>
          <a:p>
            <a:r>
              <a:t>D) Still testing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Nvidia's H100 GPU uses which manufacturing process?</a:t>
            </a:r>
          </a:p>
          <a:p>
            <a:r>
              <a:t>A) 3nm</a:t>
            </a:r>
          </a:p>
          <a:p>
            <a:r>
              <a:t>B) 4nm</a:t>
            </a:r>
          </a:p>
          <a:p>
            <a:r>
              <a:t>C) 5nm</a:t>
            </a:r>
          </a:p>
          <a:p>
            <a:r>
              <a:t>D) 7nm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"skin effect" in conductors means:</a:t>
            </a:r>
          </a:p>
          <a:p>
            <a:r>
              <a:t>A) Surface corrosion</a:t>
            </a:r>
          </a:p>
          <a:p>
            <a:r>
              <a:t>B) AC current flows near surface</a:t>
            </a:r>
          </a:p>
          <a:p>
            <a:r>
              <a:t>C) Heat dissipation</a:t>
            </a:r>
          </a:p>
          <a:p>
            <a:r>
              <a:t>D) Insulation breakdown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Aditya-L1 mission studies the Sun from which Lagrange point?</a:t>
            </a:r>
          </a:p>
          <a:p>
            <a:r>
              <a:t>A) L1</a:t>
            </a:r>
          </a:p>
          <a:p>
            <a:r>
              <a:t>B) L2</a:t>
            </a:r>
          </a:p>
          <a:p>
            <a:r>
              <a:t>C) L3</a:t>
            </a:r>
          </a:p>
          <a:p>
            <a:r>
              <a:t>D) L4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"dark silicon" problem in processors means:</a:t>
            </a:r>
          </a:p>
          <a:p>
            <a:r>
              <a:t>A) Light-sensitive chips</a:t>
            </a:r>
          </a:p>
          <a:p>
            <a:r>
              <a:t>B) Can't power all transistors simultaneously</a:t>
            </a:r>
          </a:p>
          <a:p>
            <a:r>
              <a:t>C) Black silicon wafers</a:t>
            </a:r>
          </a:p>
          <a:p>
            <a:r>
              <a:t>D) Undetectable backdoors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CERN's Large Hadron Collider discovered the Higgs Boson in which year?</a:t>
            </a:r>
          </a:p>
          <a:p>
            <a:r>
              <a:t>A) 2010</a:t>
            </a:r>
          </a:p>
          <a:p>
            <a:r>
              <a:t>B) 2011</a:t>
            </a:r>
          </a:p>
          <a:p>
            <a:r>
              <a:t>C) 2012</a:t>
            </a:r>
          </a:p>
          <a:p>
            <a:r>
              <a:t>D) 2013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"tyranny of the rocket equation" means:</a:t>
            </a:r>
          </a:p>
          <a:p>
            <a:r>
              <a:t>A) Rockets are expensive</a:t>
            </a:r>
          </a:p>
          <a:p>
            <a:r>
              <a:t>B) Exponential mass increase for linear velocity</a:t>
            </a:r>
          </a:p>
          <a:p>
            <a:r>
              <a:t>C) Physics prevents space travel</a:t>
            </a:r>
          </a:p>
          <a:p>
            <a:r>
              <a:t>D) Fuel efficiency limits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Meta's Llama 3 model is:</a:t>
            </a:r>
          </a:p>
          <a:p>
            <a:r>
              <a:t>A) Closed source</a:t>
            </a:r>
          </a:p>
          <a:p>
            <a:r>
              <a:t>B) Open source</a:t>
            </a:r>
          </a:p>
          <a:p>
            <a:r>
              <a:t>C) Partially open</a:t>
            </a:r>
          </a:p>
          <a:p>
            <a:r>
              <a:t>D) Government classified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"Kármán line" (space boundary) is at what altitude?</a:t>
            </a:r>
          </a:p>
          <a:p>
            <a:r>
              <a:t>A) 50 km</a:t>
            </a:r>
          </a:p>
          <a:p>
            <a:r>
              <a:t>B) 80 km</a:t>
            </a:r>
          </a:p>
          <a:p>
            <a:r>
              <a:t>C) 100 km</a:t>
            </a:r>
          </a:p>
          <a:p>
            <a:r>
              <a:t>D) 150 km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semiconductor fabrication plants are being set up in which states primarily?</a:t>
            </a:r>
          </a:p>
          <a:p>
            <a:r>
              <a:t>A) Karnataka, TN</a:t>
            </a:r>
          </a:p>
          <a:p>
            <a:r>
              <a:t>B) Gujarat, Assam</a:t>
            </a:r>
          </a:p>
          <a:p>
            <a:r>
              <a:t>C) Maharashtra, UP</a:t>
            </a:r>
          </a:p>
          <a:p>
            <a:r>
              <a:t>D) All of these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"von Neumann bottleneck" refers to:</a:t>
            </a:r>
          </a:p>
          <a:p>
            <a:r>
              <a:t>A) CPU speed</a:t>
            </a:r>
          </a:p>
          <a:p>
            <a:r>
              <a:t>B) Memory-CPU data transfer limitation</a:t>
            </a:r>
          </a:p>
          <a:p>
            <a:r>
              <a:t>C) Power consumption</a:t>
            </a:r>
          </a:p>
          <a:p>
            <a:r>
              <a:t>D) Heat dissipation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TSMC's most advanced production node (as of 2024) is:</a:t>
            </a:r>
          </a:p>
          <a:p>
            <a:r>
              <a:t>A) 2nm</a:t>
            </a:r>
          </a:p>
          <a:p>
            <a:r>
              <a:t>B) 3nm</a:t>
            </a:r>
          </a:p>
          <a:p>
            <a:r>
              <a:t>C) 4nm</a:t>
            </a:r>
          </a:p>
          <a:p>
            <a:r>
              <a:t>D) 5nm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"bootstrap paradox" in engineering relates to:</a:t>
            </a:r>
          </a:p>
          <a:p>
            <a:r>
              <a:t>A) Computer booting</a:t>
            </a:r>
          </a:p>
          <a:p>
            <a:r>
              <a:t>B) Self-causing loop</a:t>
            </a:r>
          </a:p>
          <a:p>
            <a:r>
              <a:t>C) Startup problems</a:t>
            </a:r>
          </a:p>
          <a:p>
            <a:r>
              <a:t>D) Power-on sequence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Anthropic's Claude uses which safety technique primarily?</a:t>
            </a:r>
          </a:p>
          <a:p>
            <a:r>
              <a:t>A) RLHF</a:t>
            </a:r>
          </a:p>
          <a:p>
            <a:r>
              <a:t>B) Constitutional AI</a:t>
            </a:r>
          </a:p>
          <a:p>
            <a:r>
              <a:t>C) Supervised learning</a:t>
            </a:r>
          </a:p>
          <a:p>
            <a:r>
              <a:t>D) Rule-based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"Dunning-Kruger effect" is most relevant in:</a:t>
            </a:r>
          </a:p>
          <a:p>
            <a:r>
              <a:t>A) Material failure</a:t>
            </a:r>
          </a:p>
          <a:p>
            <a:r>
              <a:t>B) Overconfidence in low-skill individuals</a:t>
            </a:r>
          </a:p>
          <a:p>
            <a:r>
              <a:t>C) Structural engineering</a:t>
            </a:r>
          </a:p>
          <a:p>
            <a:r>
              <a:t>D) Circuit design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RISC-V is significant because it's:</a:t>
            </a:r>
          </a:p>
          <a:p>
            <a:r>
              <a:t>A) Fastest architecture</a:t>
            </a:r>
          </a:p>
          <a:p>
            <a:r>
              <a:t>B) Open-source ISA</a:t>
            </a:r>
          </a:p>
          <a:p>
            <a:r>
              <a:t>C) Chinese technology</a:t>
            </a:r>
          </a:p>
          <a:p>
            <a:r>
              <a:t>D) Low power only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"AI alignment problem" refers to:</a:t>
            </a:r>
          </a:p>
          <a:p>
            <a:r>
              <a:t>A) GPU synchronization</a:t>
            </a:r>
          </a:p>
          <a:p>
            <a:r>
              <a:t>B) Aligning AI goals with human values</a:t>
            </a:r>
          </a:p>
          <a:p>
            <a:r>
              <a:t>C) Neural network training</a:t>
            </a:r>
          </a:p>
          <a:p>
            <a:r>
              <a:t>D) Data labeling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first private rocket launch was by which company?</a:t>
            </a:r>
          </a:p>
          <a:p>
            <a:r>
              <a:t>A) Skyroot</a:t>
            </a:r>
          </a:p>
          <a:p>
            <a:r>
              <a:t>B) Agnikul</a:t>
            </a:r>
          </a:p>
          <a:p>
            <a:r>
              <a:t>C) Bellatrix</a:t>
            </a:r>
          </a:p>
          <a:p>
            <a:r>
              <a:t>D) Pixxel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"p vs np" problem in computer science is:</a:t>
            </a:r>
          </a:p>
          <a:p>
            <a:r>
              <a:t>A) Solved</a:t>
            </a:r>
          </a:p>
          <a:p>
            <a:r>
              <a:t>B) Proven impossible</a:t>
            </a:r>
          </a:p>
          <a:p>
            <a:r>
              <a:t>C) Still unsolved</a:t>
            </a:r>
          </a:p>
          <a:p>
            <a:r>
              <a:t>D) Partially solved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Neuralink's brain implant has how many electrodes approximately?</a:t>
            </a:r>
          </a:p>
          <a:p>
            <a:r>
              <a:t>A) 100</a:t>
            </a:r>
          </a:p>
          <a:p>
            <a:r>
              <a:t>B) 1,000</a:t>
            </a:r>
          </a:p>
          <a:p>
            <a:r>
              <a:t>C) 10,000</a:t>
            </a:r>
          </a:p>
          <a:p>
            <a:r>
              <a:t>D) 100,000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"Casimir effect" demonstrates:</a:t>
            </a:r>
          </a:p>
          <a:p>
            <a:r>
              <a:t>A) Vacuum energy</a:t>
            </a:r>
          </a:p>
          <a:p>
            <a:r>
              <a:t>B) Quantum tunneling</a:t>
            </a:r>
          </a:p>
          <a:p>
            <a:r>
              <a:t>C) Wave-particle duality</a:t>
            </a:r>
          </a:p>
          <a:p>
            <a:r>
              <a:t>D) Entanglement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Google's latest AI model Gemini was released in which year?</a:t>
            </a:r>
          </a:p>
          <a:p>
            <a:r>
              <a:t>A) 2022</a:t>
            </a:r>
          </a:p>
          <a:p>
            <a:r>
              <a:t>B) 2023</a:t>
            </a:r>
          </a:p>
          <a:p>
            <a:r>
              <a:t>C) 2024</a:t>
            </a:r>
          </a:p>
          <a:p>
            <a:r>
              <a:t>D) Not yet released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"deadlock" condition in operating systems requires how many conditions?</a:t>
            </a:r>
          </a:p>
          <a:p>
            <a:r>
              <a:t>A) 2</a:t>
            </a:r>
          </a:p>
          <a:p>
            <a:r>
              <a:t>B) 3</a:t>
            </a:r>
          </a:p>
          <a:p>
            <a:r>
              <a:t>C) 4</a:t>
            </a:r>
          </a:p>
          <a:p>
            <a:r>
              <a:t>D)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fastest train Vande Bharat runs at max operational speed of:</a:t>
            </a:r>
          </a:p>
          <a:p>
            <a:r>
              <a:t>A) 130 km/h</a:t>
            </a:r>
          </a:p>
          <a:p>
            <a:r>
              <a:t>B) 160 km/h</a:t>
            </a:r>
          </a:p>
          <a:p>
            <a:r>
              <a:t>C) 180 km/h</a:t>
            </a:r>
          </a:p>
          <a:p>
            <a:r>
              <a:t>D) 200 km/h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"Shannon limit" defines maximum:</a:t>
            </a:r>
          </a:p>
          <a:p>
            <a:r>
              <a:t>A) Internet speed</a:t>
            </a:r>
          </a:p>
          <a:p>
            <a:r>
              <a:t>B) Channel capacity</a:t>
            </a:r>
          </a:p>
          <a:p>
            <a:r>
              <a:t>C) Processor frequency</a:t>
            </a:r>
          </a:p>
          <a:p>
            <a:r>
              <a:t>D) Storage density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Waabi's self-driving approach uses primarily:</a:t>
            </a:r>
          </a:p>
          <a:p>
            <a:r>
              <a:t>A) Cameras only</a:t>
            </a:r>
          </a:p>
          <a:p>
            <a:r>
              <a:t>B) LiDAR only</a:t>
            </a:r>
          </a:p>
          <a:p>
            <a:r>
              <a:t>C) AI simulation</a:t>
            </a:r>
          </a:p>
          <a:p>
            <a:r>
              <a:t>D) HD maps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"birthday paradox" shows that in a group of 23 people, probability of shared birthday is:</a:t>
            </a:r>
          </a:p>
          <a:p>
            <a:r>
              <a:t>A) 23%</a:t>
            </a:r>
          </a:p>
          <a:p>
            <a:r>
              <a:t>B) ~50%</a:t>
            </a:r>
          </a:p>
          <a:p>
            <a:r>
              <a:t>C) 75%</a:t>
            </a:r>
          </a:p>
          <a:p>
            <a:r>
              <a:t>D) 90%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India's National Research Foundation budget is approximately:</a:t>
            </a:r>
          </a:p>
          <a:p>
            <a:r>
              <a:t>A) ₹10,000 crores</a:t>
            </a:r>
          </a:p>
          <a:p>
            <a:r>
              <a:t>B) ₹25,000 crores</a:t>
            </a:r>
          </a:p>
          <a:p>
            <a:r>
              <a:t>C) ₹50,000 crores</a:t>
            </a:r>
          </a:p>
          <a:p>
            <a:r>
              <a:t>D) ₹1,00,000 crores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"Byzantine Generals Problem" is solved by:</a:t>
            </a:r>
          </a:p>
          <a:p>
            <a:r>
              <a:t>A) Encryption</a:t>
            </a:r>
          </a:p>
          <a:p>
            <a:r>
              <a:t>B) Blockchain consensus</a:t>
            </a:r>
          </a:p>
          <a:p>
            <a:r>
              <a:t>C) Firewalls</a:t>
            </a:r>
          </a:p>
          <a:p>
            <a:r>
              <a:t>D) AI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 Altman was briefly fired from OpenAI in which month/year?</a:t>
            </a:r>
          </a:p>
          <a:p>
            <a:r>
              <a:t>A) Oct 2023</a:t>
            </a:r>
          </a:p>
          <a:p>
            <a:r>
              <a:t>B) Nov 2023</a:t>
            </a:r>
          </a:p>
          <a:p>
            <a:r>
              <a:t>C) Dec 2023</a:t>
            </a:r>
          </a:p>
          <a:p>
            <a:r>
              <a:t>D) Jan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