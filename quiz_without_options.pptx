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company developed the first commercially available quantum computer?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India's semiconductor mission targets chip production by which year?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"Jevons Paradox" in engineering states that: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OpenAI's GPT-4 has approximately how many parameters?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thermodynamics, which is FALSE about entropy?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Tesla's "Full Self Driving" is actually: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India's UPI processes approximately how many transactions monthly (2024)?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material has NEGATIVE Poisson's ratio?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ChatGPT was released to public in which month/year?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"cold welding" phenomenon occurs in: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country banned TikTok nationwide in 2024?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Gaganyaan mission aims to send how many astronauts initially?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aerodynamics, "coffin corner" refers to: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"halting problem" in computer science is: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SpaceX's Starship uses which fuel combination?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India's first 5G testbed was established in which city?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"observer effect" in quantum mechanics means: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Apple's M-series chips are based on which architecture?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"critical angle" in fiber optics causes: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India's National Quantum Mission budget is approximately: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"impossible" EM Drive claimed to produce thrust without propellant. Current scientific consensus?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Nvidia's H100 GPU uses which manufacturing process?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"skin effect" in conductors means: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India's Aditya-L1 mission studies the Sun from which Lagrange point?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"dark silicon" problem in processors means: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CERN's Large Hadron Collider discovered the Higgs Boson in which year?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"tyranny of the rocket equation" means: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Meta's Llama 3 model is: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"Kármán line" (space boundary) is at what altitude?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India's semiconductor fabrication plants are being set up in which states primarily?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"von Neumann bottleneck" refers to: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TSMC's most advanced production node (as of 2024) is: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"bootstrap paradox" in engineering relates to: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Anthropic's Claude uses which safety technique primarily?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"Dunning-Kruger effect" is most relevant in: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RISC-V is significant because it's: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"AI alignment problem" refers to: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India's first private rocket launch was by which company?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"p vs np" problem in computer science is: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Neuralink's brain implant has how many electrodes approximately?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"Casimir effect" demonstrates: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Google's latest AI model Gemini was released in which year?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"deadlock" condition in operating systems requires how many conditions?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India's fastest train Vande Bharat runs at max operational speed of: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"Shannon limit" defines maximum: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Waabi's self-driving approach uses primarily: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"birthday paradox" shows that in a group of 23 people, probability of shared birthday is: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India's National Research Foundation budget is approximately: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"Byzantine Generals Problem" is solved by: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 Altman was briefly fired from OpenAI in which month/year?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